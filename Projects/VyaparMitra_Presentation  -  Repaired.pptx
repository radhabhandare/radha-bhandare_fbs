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731520"/>
            <a:ext cx="2286000" cy="2286000"/>
          </a:xfrm>
          <a:prstGeom prst="ellipse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2011680"/>
            <a:ext cx="1371600" cy="1371600"/>
          </a:xfrm>
          <a:prstGeom prst="ellipse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749039"/>
            <a:ext cx="1828800" cy="1828800"/>
          </a:xfrm>
          <a:prstGeom prst="ellipse">
            <a:avLst/>
          </a:prstGeom>
          <a:solidFill>
            <a:srgbClr val="1E3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4114800"/>
            <a:ext cx="731520" cy="731520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70408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600" b="1">
                <a:solidFill>
                  <a:srgbClr val="F2B441"/>
                </a:solidFill>
                <a:latin typeface="Aptos"/>
              </a:defRPr>
            </a:pPr>
            <a:r>
              <a:t>PYTHON + MYSQL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740664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VyaparMitra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71800"/>
            <a:ext cx="685800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300" b="0">
                <a:solidFill>
                  <a:srgbClr val="DBE6F5"/>
                </a:solidFill>
                <a:latin typeface="Aptos"/>
              </a:defRPr>
            </a:pPr>
            <a:r>
              <a:t>Smart Shop, Inventory &amp; Billing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166360"/>
            <a:ext cx="68580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Presented by: Radha Bhandare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217920"/>
            <a:ext cx="4572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F2B441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7879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200" b="0">
                <a:solidFill>
                  <a:srgbClr val="2A3442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VyaparMitra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menu-driven Python application designed to help a small shop manage daily operations from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404872"/>
            <a:ext cx="64008" cy="1911095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35224"/>
            <a:ext cx="306324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product details, quantities, prices, and low-stock information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404872"/>
            <a:ext cx="64008" cy="1911095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Purchases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935224"/>
            <a:ext cx="306324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stock received from suppliers and update available quantity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317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404872"/>
            <a:ext cx="64008" cy="1911095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249631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Sales &amp;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935224"/>
            <a:ext cx="306324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sales records, calculate totals, reduce stock, and save a text bill.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4031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9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reduce manual tracking, keep records organized, and make common shop tasks easier.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212080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1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challenges in small-shop </a:t>
            </a:r>
            <a:r>
              <a:rPr dirty="0"/>
              <a:t>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212080" cy="219752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quantities can be difficult to track manually.</a:t>
            </a:r>
          </a:p>
          <a:p>
            <a:pPr>
              <a:spcAft>
                <a:spcPts val="9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purchase records may be scattered across notebooks.</a:t>
            </a:r>
          </a:p>
          <a:p>
            <a:pPr>
              <a:spcAft>
                <a:spcPts val="9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bill calculations can lead to mistakes.</a:t>
            </a:r>
          </a:p>
          <a:p>
            <a:pPr>
              <a:spcAft>
                <a:spcPts val="9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products that need restocking takes time.</a:t>
            </a:r>
          </a:p>
          <a:p>
            <a:pPr>
              <a:spcAft>
                <a:spcPts val="9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sales and profit summaries can be repetitive.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673352"/>
            <a:ext cx="64008" cy="996696"/>
          </a:xfrm>
          <a:prstGeom prst="rect">
            <a:avLst/>
          </a:prstGeom>
          <a:solidFill>
            <a:srgbClr val="B7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764792"/>
            <a:ext cx="4297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03704"/>
            <a:ext cx="4297679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notebooks, manual calculations, and repeated checking.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880360"/>
            <a:ext cx="10972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3000" b="1">
                <a:solidFill>
                  <a:srgbClr val="16918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29000"/>
            <a:ext cx="4663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502152"/>
            <a:ext cx="64008" cy="1179576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3593592"/>
            <a:ext cx="4297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With VyaparMitra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032504"/>
            <a:ext cx="4297679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product, supplier, customer, purchase, and sales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74920"/>
            <a:ext cx="42976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500" b="0">
                <a:solidFill>
                  <a:srgbClr val="636F80"/>
                </a:solidFill>
                <a:latin typeface="Aptos"/>
              </a:defRPr>
            </a:pPr>
            <a:r>
              <a:t>A simple local tool—not a web or cloud application.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800" b="0">
                <a:solidFill>
                  <a:srgbClr val="636F80"/>
                </a:solidFill>
                <a:latin typeface="Aptos"/>
              </a:defRPr>
            </a:pPr>
            <a:r>
              <a:t>VYAPARMITRA  |  SMART SHOP, INVENTORY &amp; BILLING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rPr dirty="0"/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943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691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71600"/>
            <a:ext cx="274320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71600"/>
            <a:ext cx="67665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just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products, suppliers, customers, purchases, and sales organized.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943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691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274320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stock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67665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just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stock after purchases and sales; flag low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5943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691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91840"/>
            <a:ext cx="274320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91840"/>
            <a:ext cx="67665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just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sale totals and discounts and generate a bill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943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691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51960"/>
            <a:ext cx="274320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useful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251960"/>
            <a:ext cx="67665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just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daily sales, product-wise gross profit, and CSV exports.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5943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691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212080"/>
            <a:ext cx="274320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Python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212080"/>
            <a:ext cx="67665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just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modular programming, OOP, validation, files, and threads.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99032"/>
            <a:ext cx="64008" cy="786384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490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29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and staff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399032"/>
            <a:ext cx="64008" cy="786384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1490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1929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list, search,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68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542032"/>
            <a:ext cx="64008" cy="786384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633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72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supplier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468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2542032"/>
            <a:ext cx="64008" cy="786384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2633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072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customer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11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685032"/>
            <a:ext cx="64008" cy="786384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776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215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received stock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611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3685032"/>
            <a:ext cx="64008" cy="786384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7" y="3776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billing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4215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and save bills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754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828032"/>
            <a:ext cx="64008" cy="786384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919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Low-stock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358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items at/below reorder 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754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59" y="4828032"/>
            <a:ext cx="64008" cy="786384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7" y="4919472"/>
            <a:ext cx="48006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7" y="5358384"/>
            <a:ext cx="48006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sales, gross profit, 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828800"/>
            <a:ext cx="685800" cy="685800"/>
          </a:xfrm>
          <a:prstGeom prst="ellipse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47672"/>
            <a:ext cx="685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6002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82112"/>
            <a:ext cx="178308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84248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1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1828800"/>
            <a:ext cx="685800" cy="685800"/>
          </a:xfrm>
          <a:prstGeom prst="ellipse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947672"/>
            <a:ext cx="685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743200"/>
            <a:ext cx="16002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3182112"/>
            <a:ext cx="178308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984248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1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818888" y="1828800"/>
            <a:ext cx="685800" cy="685800"/>
          </a:xfrm>
          <a:prstGeom prst="ellipse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1947672"/>
            <a:ext cx="685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743200"/>
            <a:ext cx="16002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3182112"/>
            <a:ext cx="178308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user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0136" y="1984248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1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757416" y="1828800"/>
            <a:ext cx="685800" cy="685800"/>
          </a:xfrm>
          <a:prstGeom prst="ellipse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57416" y="1947672"/>
            <a:ext cx="685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743200"/>
            <a:ext cx="16002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3182112"/>
            <a:ext cx="178308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business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1984248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1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695944" y="1828800"/>
            <a:ext cx="685800" cy="685800"/>
          </a:xfrm>
          <a:prstGeom prst="ellipse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95944" y="1947672"/>
            <a:ext cx="685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743200"/>
            <a:ext cx="16002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3182112"/>
            <a:ext cx="1783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A3442"/>
                </a:solidFill>
                <a:latin typeface="Aptos"/>
              </a:defRPr>
            </a:pPr>
            <a:r>
              <a:t>Write to 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1984248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1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634472" y="1828800"/>
            <a:ext cx="685800" cy="685800"/>
          </a:xfrm>
          <a:prstGeom prst="ellipse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34472" y="1947672"/>
            <a:ext cx="685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743200"/>
            <a:ext cx="16002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182112"/>
            <a:ext cx="1783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A3442"/>
                </a:solidFill>
                <a:latin typeface="Aptos"/>
              </a:defRPr>
            </a:pPr>
            <a:r>
              <a:t>Show/export results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572000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" y="4645152"/>
            <a:ext cx="64008" cy="8138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5568" y="4736592"/>
            <a:ext cx="44348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/>
              <a:t>Purchase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5175504"/>
            <a:ext cx="44348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Supplier → purchase record → stock increases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572000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4645152"/>
            <a:ext cx="64008" cy="81381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01968" y="4736592"/>
            <a:ext cx="44348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Sales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5175504"/>
            <a:ext cx="44348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Customer (optional) → bill → stock decreases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User Roles &amp; Permissions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64008" cy="323697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719072"/>
            <a:ext cx="4617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57984"/>
            <a:ext cx="4617720" cy="111107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and update products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suppliers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Record purchases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staff logins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inventory and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627632"/>
            <a:ext cx="64008" cy="323697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719072"/>
            <a:ext cx="4617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57984"/>
            <a:ext cx="4617720" cy="111107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and search products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customer records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 sales and billing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stock and reports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Cannot perform admin-only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0584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checks in the application help restrict sensitive menu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Technology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99032"/>
            <a:ext cx="64008" cy="108813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490472"/>
            <a:ext cx="29260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29384"/>
            <a:ext cx="292608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terminal menus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60520" y="1719072"/>
            <a:ext cx="502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5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2588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399032"/>
            <a:ext cx="64008" cy="108813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7" y="149047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7" y="1929384"/>
            <a:ext cx="274320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operations.py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models.py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validators.py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18120" y="1719072"/>
            <a:ext cx="502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500" b="1">
                <a:solidFill>
                  <a:srgbClr val="F2B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399032"/>
            <a:ext cx="64008" cy="1088136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1490472"/>
            <a:ext cx="26517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1929384"/>
            <a:ext cx="265176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database.py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52120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000" b="1">
                <a:solidFill>
                  <a:srgbClr val="142646"/>
                </a:solidFill>
                <a:latin typeface="Aptos"/>
              </a:defRPr>
            </a:pPr>
            <a:r>
              <a:t>Core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4937760" cy="1089529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</a:t>
            </a:r>
          </a:p>
          <a:p>
            <a:pPr>
              <a:spcAft>
                <a:spcPts val="9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>
              <a:spcAft>
                <a:spcPts val="9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-connector-python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48463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000" b="1">
                <a:solidFill>
                  <a:srgbClr val="142646"/>
                </a:solidFill>
                <a:latin typeface="Aptos"/>
              </a:defRPr>
            </a:pPr>
            <a:r>
              <a:t>Supporting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66160"/>
            <a:ext cx="5029200" cy="1043363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input validation</a:t>
            </a:r>
          </a:p>
          <a:p>
            <a:pPr>
              <a:spcAft>
                <a:spcPts val="9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files for bills and activity logs</a:t>
            </a:r>
          </a:p>
          <a:p>
            <a:pPr>
              <a:spcAft>
                <a:spcPts val="9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export and threading for report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99032"/>
            <a:ext cx="64008" cy="905255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29384"/>
            <a:ext cx="4709159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Login, password hash,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99032"/>
            <a:ext cx="64008" cy="905255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90472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29384"/>
            <a:ext cx="4709159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Name, category, prices, quantity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5176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724912"/>
            <a:ext cx="64008" cy="905255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816352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suppliers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55264"/>
            <a:ext cx="4709159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Supplier contact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5176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724912"/>
            <a:ext cx="64008" cy="905255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816352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255264"/>
            <a:ext cx="4709159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Customer contact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050791"/>
            <a:ext cx="64008" cy="905255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142231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purchases + purchase_items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581144"/>
            <a:ext cx="4709159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Purchase header and item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977639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050791"/>
            <a:ext cx="64008" cy="905255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4142231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sales + sale_items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581144"/>
            <a:ext cx="4709159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Sale header, item lines, totals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MySQL stores persistent records; Python sends parameterized queries through the connector.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Python Concepts Demonstrated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64008" cy="108813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46303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Modules &amp;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0195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main.py imports functions from other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129844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17136" y="1371600"/>
            <a:ext cx="64008" cy="108813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303" y="146303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Functions &amp; control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3" y="190195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Functions, if/elif/else, loops, menus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129844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75904" y="1371600"/>
            <a:ext cx="64008" cy="1088136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7072" y="146303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90195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Lists, dictionaries, tuples, sets where appropriate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0720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880360"/>
            <a:ext cx="64008" cy="108813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2971800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41071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User/Admin/Staff and Product classes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7136" y="280720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17136" y="2880360"/>
            <a:ext cx="64008" cy="108813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3" y="2971800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Decorators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3" y="341071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Audit decorator for logging selected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75904" y="280720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75904" y="2880360"/>
            <a:ext cx="64008" cy="1088136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77072" y="2971800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Generators &amp; 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341071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Iterate over report rows and filter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1596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64008" cy="108813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448055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91947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Handle database and invalid-operation errors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17136" y="431596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17136" y="4389120"/>
            <a:ext cx="64008" cy="108813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18303" y="448055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File handling &amp; regex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3" y="491947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Save bills/logs; validate email and phone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5904" y="4315968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75904" y="4389120"/>
            <a:ext cx="64008" cy="1088136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77072" y="448055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Database &amp; threading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4919472"/>
            <a:ext cx="320040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t>MySQL connectivity; threaded CSV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89320"/>
            <a:ext cx="10698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636F80"/>
                </a:solidFill>
                <a:latin typeface="Aptos"/>
              </a:defRPr>
            </a:pPr>
            <a:r>
              <a:t>Be ready to point to the exact file/function for each concept during the demo.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Data Integrity &amp; 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64008" cy="1682496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Parameterized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306324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are passed as query parameters rather than joined directly into SQL strings.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44752"/>
            <a:ext cx="64008" cy="168249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306324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and sale operations commit together or roll back on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444752"/>
            <a:ext cx="64008" cy="1682496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8" y="15361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Stock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75104"/>
            <a:ext cx="306324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verify available quantity before reducing inventory.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424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000" b="1">
                <a:solidFill>
                  <a:srgbClr val="142646"/>
                </a:solidFill>
                <a:latin typeface="Aptos"/>
              </a:defRPr>
            </a:pPr>
            <a:r>
              <a:t>Limitations to explain honestly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10332720" cy="89460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local terminal application, not a web or cloud system.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demo includes basic roles; a production system would need stronger access controls, backups, and security review.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Tax/GST, payment gateways, and invoice compliance are not included in the current scope.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Live Demonstration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15163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the app and log in as admin.</a:t>
            </a:r>
          </a:p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Add one product with price and starting quantity.</a:t>
            </a:r>
          </a:p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Add a supplier and record a purchase to increase stock.</a:t>
            </a:r>
          </a:p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a customer (optional) and make a sale.</a:t>
            </a:r>
          </a:p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that product quantity decreases after sale.</a:t>
            </a:r>
          </a:p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Display the low-stock report and daily sales report.</a:t>
            </a:r>
          </a:p>
          <a:p>
            <a:pPr>
              <a:spcAft>
                <a:spcPts val="1200"/>
              </a:spcAft>
              <a:defRPr sz="200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Export sales to CSV and show the generated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800" b="1">
                <a:solidFill>
                  <a:srgbClr val="142646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97280" cy="50292"/>
          </a:xfrm>
          <a:prstGeom prst="rect">
            <a:avLst/>
          </a:prstGeom>
          <a:solidFill>
            <a:srgbClr val="1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0" y="420624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636F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t>GST &amp; invoice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25880"/>
            <a:ext cx="6217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calculation, invoice number, printable invoice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92807"/>
            <a:ext cx="10058400" cy="10972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t>Expiry &amp; batch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6217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groceries, medicines, and perishable goods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07208"/>
            <a:ext cx="10058400" cy="10972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t>Barcode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54680"/>
            <a:ext cx="6217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product search and billing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21608"/>
            <a:ext cx="10058400" cy="10972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t>Backups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69080"/>
            <a:ext cx="6217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backups and monthly trends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636008"/>
            <a:ext cx="10058400" cy="10972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t>GUI / web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983480"/>
            <a:ext cx="6217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600" b="0">
                <a:solidFill>
                  <a:srgbClr val="2A344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interface beyond the terminal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800" b="0">
                <a:solidFill>
                  <a:srgbClr val="636F80"/>
                </a:solidFill>
                <a:latin typeface="Aptos"/>
              </a:defRPr>
            </a:pPr>
            <a:r>
              <a:t>VYAPARMITRA  |  SMART SHOP, INVENTORY &amp; BILLING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645920"/>
            <a:ext cx="1097280" cy="54864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875520" cy="88024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VyaparMitra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essential shop operations into one simple Python and MySQL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91440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2400" b="1">
                <a:solidFill>
                  <a:srgbClr val="F2B441"/>
                </a:solidFill>
                <a:latin typeface="Aptos"/>
              </a:defRPr>
            </a:pPr>
            <a:r>
              <a:t>Thank you  | 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8229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0">
                <a:solidFill>
                  <a:srgbClr val="AFC2DA"/>
                </a:solidFill>
                <a:latin typeface="Aptos"/>
              </a:defRPr>
            </a:pPr>
            <a:r>
              <a:t>Radha Bhandare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636F8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993</Words>
  <Application>Microsoft Office PowerPoint</Application>
  <PresentationFormat>Widescreen</PresentationFormat>
  <Paragraphs>206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VyaparMitra - Smart Shop, Inventory &amp; Billing Management System</dc:title>
  <dc:subject>Python and MySQL project presentation</dc:subject>
  <dc:creator>Radha Bhandare</dc:creator>
  <cp:keywords>Python, MySQL, Inventory, Billing, VyaparMitra</cp:keywords>
  <dc:description>generated using python-pptx</dc:description>
  <cp:lastModifiedBy>Radha Bhandare</cp:lastModifiedBy>
  <cp:revision>2</cp:revision>
  <dcterms:created xsi:type="dcterms:W3CDTF">2013-01-27T09:14:16Z</dcterms:created>
  <dcterms:modified xsi:type="dcterms:W3CDTF">2026-10-23T18:35:10Z</dcterms:modified>
  <cp:category/>
</cp:coreProperties>
</file>